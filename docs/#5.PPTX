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BAB07F-110E-4CCA-A34E-CAD69D2EF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90D51E1-057B-4D25-8650-2B9F617B2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B174FD-D0B8-489D-8AB9-73BFDA0A9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4CC5-DC38-4B75-89BB-08BE41D2C52F}" type="datetimeFigureOut">
              <a:rPr lang="ru-KZ" smtClean="0"/>
              <a:t>22.04.2020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C272E6-C786-45D4-8BBC-BE3089688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83A083-39BF-440E-BE00-C20BACC15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132-3E23-47EC-92A9-2C068ED69C1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6256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A5C99-FDA7-4090-ABFC-CAA2E3BCD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1FE172-BFEB-45E8-BCF3-0AC4F1F34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98BE27-0A8F-46B6-AE97-FF2FFD5F6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4CC5-DC38-4B75-89BB-08BE41D2C52F}" type="datetimeFigureOut">
              <a:rPr lang="ru-KZ" smtClean="0"/>
              <a:t>22.04.2020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6DFBB0-593C-4D01-A6DB-455D5D6F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549EFD-79BD-449E-B029-F87366B13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132-3E23-47EC-92A9-2C068ED69C1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69618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AD1D3D-393D-4227-8CE7-DA609E0FD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23D786-0004-47BF-A6B5-E33C0844E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768A1E-A29C-40FE-818B-00EB5097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4CC5-DC38-4B75-89BB-08BE41D2C52F}" type="datetimeFigureOut">
              <a:rPr lang="ru-KZ" smtClean="0"/>
              <a:t>22.04.2020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FE6024-D1AB-4147-B8C7-418EFA741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35113C-AAE2-43A4-A6F2-7B893FEE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132-3E23-47EC-92A9-2C068ED69C1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74547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66C394-365C-4B2A-9F64-CC57594E0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6843C5-9DA3-4747-B53A-D7EC5B9E33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EE7971-FD3B-4B20-80BD-DED934ECC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BF0261-ABCC-4ED8-BFA9-109E2684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4CC5-DC38-4B75-89BB-08BE41D2C52F}" type="datetimeFigureOut">
              <a:rPr lang="ru-KZ" smtClean="0"/>
              <a:t>22.04.2020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2B5ABA-F175-487B-85FB-E73E37BC6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ECECB9-BECB-45A4-9B0F-CB4A8773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132-3E23-47EC-92A9-2C068ED69C1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39612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95E332-8012-4694-9E22-72E9686D1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568737-A2CC-491C-8E60-7365BF551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6EFCA6-2350-4221-943A-3CFEFDFE3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20EDAB4-4BD0-4993-8A3E-F4BD10E402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0B23444-2DC5-4AEF-974F-413EBF4A8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35C641A-5991-428E-B892-189707F47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4CC5-DC38-4B75-89BB-08BE41D2C52F}" type="datetimeFigureOut">
              <a:rPr lang="ru-KZ" smtClean="0"/>
              <a:t>22.04.2020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2BD13B1-556C-4DEE-93DC-972EE223F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64D95C7-AABF-44AE-885F-BECC29BD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132-3E23-47EC-92A9-2C068ED69C1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36948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17FC8-96BC-4D46-9863-FF26D3AD1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EC65876-452F-4A1F-BE1D-E2EE013AF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4CC5-DC38-4B75-89BB-08BE41D2C52F}" type="datetimeFigureOut">
              <a:rPr lang="ru-KZ" smtClean="0"/>
              <a:t>22.04.2020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319423-B93C-4C12-9E5C-976E65801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7F770E5-9627-443F-B42F-57FD40D15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132-3E23-47EC-92A9-2C068ED69C1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11912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A8B48FB-579C-4A37-9DCA-31C58EAA5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4CC5-DC38-4B75-89BB-08BE41D2C52F}" type="datetimeFigureOut">
              <a:rPr lang="ru-KZ" smtClean="0"/>
              <a:t>22.04.2020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23D4C03-9E52-4835-A9A1-A9DC8C647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8C329F-0EA8-4547-8AEA-B98F9E5C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132-3E23-47EC-92A9-2C068ED69C1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9088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17F0AE-B437-4144-B608-D3265FF1C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B5F4A4-41C1-4839-9D79-300B84CF8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8B0354-FB4D-4873-AB9E-643C5F770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A00A15-8C92-4982-B5EB-2B8FD8822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4CC5-DC38-4B75-89BB-08BE41D2C52F}" type="datetimeFigureOut">
              <a:rPr lang="ru-KZ" smtClean="0"/>
              <a:t>22.04.2020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962F98-CD60-4B0F-B52D-84742675B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55C31C-452A-40BF-BD6C-15D204D2D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132-3E23-47EC-92A9-2C068ED69C1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81968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88893-B89B-46C2-BCFE-8DA0C4E68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30520E-2EA7-4E0F-98E4-978CD71747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69D4C1-7BEC-45D6-9793-642079CD6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F918F1-6A73-4AA5-8644-34090005A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4CC5-DC38-4B75-89BB-08BE41D2C52F}" type="datetimeFigureOut">
              <a:rPr lang="ru-KZ" smtClean="0"/>
              <a:t>22.04.2020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2F2069-D07A-4520-8D62-E42AD8E49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B28B42-AE9D-4151-8033-8D6B41CD3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132-3E23-47EC-92A9-2C068ED69C1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29117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9AC18-C4D7-4BB5-9381-8C894B103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CC6D36-A5F5-4942-A856-123097E45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16D442-A385-4E76-A64B-66C2FC619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4CC5-DC38-4B75-89BB-08BE41D2C52F}" type="datetimeFigureOut">
              <a:rPr lang="ru-KZ" smtClean="0"/>
              <a:t>22.04.2020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62FB8F-322D-4755-A343-417D9324C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35EF3A-D5FE-4EEB-8C9D-D37CE8B5B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132-3E23-47EC-92A9-2C068ED69C1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72381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C976059-ED72-4F55-9B7E-658D54A64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F8D0713-AE66-4F43-9486-68E0E2063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CD40B7-3754-4F12-89B6-194C3E5E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4CC5-DC38-4B75-89BB-08BE41D2C52F}" type="datetimeFigureOut">
              <a:rPr lang="ru-KZ" smtClean="0"/>
              <a:t>22.04.2020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2DCD41-840A-40EF-B4ED-90C894F69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DAFF79-3FBE-4323-A25D-306BFB9CC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2E132-3E23-47EC-92A9-2C068ED69C1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40687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C23AB-6675-472A-9BD6-AD7061B78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3ACA9E-D4C6-4D63-8B71-F9CB04691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76C9A8-36C8-44F4-B019-0024268AE3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94CC5-DC38-4B75-89BB-08BE41D2C52F}" type="datetimeFigureOut">
              <a:rPr lang="ru-KZ" smtClean="0"/>
              <a:t>22.04.2020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94B606-6600-4EF0-93E0-202F0B6410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896CD-FA44-44E2-89A4-B961EE80E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2E132-3E23-47EC-92A9-2C068ED69C1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02711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C7CC45-3E6E-428A-93CD-DE11AA3627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Assignment #05 - Introduction to Computer Vision</a:t>
            </a:r>
            <a:endParaRPr lang="ru-KZ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08849A-4D97-4400-900F-0CD4CC0EDB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Zhumash Alibek 18BD110407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625569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19110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CA8130-E7C9-4ECD-8A1E-7EF6BFC8F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Support Vector Machine (SVM)</a:t>
            </a:r>
            <a:endParaRPr lang="ru-KZ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EDF842-0555-4611-A6EF-037E5A738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76856"/>
            <a:ext cx="5015484" cy="4215383"/>
          </a:xfrm>
        </p:spPr>
        <p:txBody>
          <a:bodyPr anchor="ctr">
            <a:normAutofit/>
          </a:bodyPr>
          <a:lstStyle/>
          <a:p>
            <a:r>
              <a:rPr lang="en-US" sz="2200"/>
              <a:t>A support vector machine (SVM) is a supervised machine learning model that uses classification algorithms for two-group classification problems. After giving an SVM model sets of labeled training data for each  category, they’re able to categorize new text.</a:t>
            </a:r>
          </a:p>
          <a:p>
            <a:r>
              <a:rPr lang="en-US" sz="2200"/>
              <a:t>We treat a text as a bag of words, and for every word that appears in that bag we have a feature. The value of that feature will be how frequent that word is in the text.</a:t>
            </a:r>
            <a:endParaRPr lang="ru-KZ" sz="2200"/>
          </a:p>
        </p:txBody>
      </p:sp>
      <p:pic>
        <p:nvPicPr>
          <p:cNvPr id="1026" name="Picture 2" descr="SVM_12">
            <a:extLst>
              <a:ext uri="{FF2B5EF4-FFF2-40B4-BE49-F238E27FC236}">
                <a16:creationId xmlns:a16="http://schemas.microsoft.com/office/drawing/2014/main" id="{006A4F91-011E-4575-BAAE-5C762F28F6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4" r="2" b="2"/>
          <a:stretch/>
        </p:blipFill>
        <p:spPr bwMode="auto">
          <a:xfrm>
            <a:off x="6335270" y="2276856"/>
            <a:ext cx="5015484" cy="4215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6609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AC26F4-2EFF-4C4F-A21A-F46089716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3578"/>
            <a:ext cx="4595071" cy="1645501"/>
          </a:xfrm>
        </p:spPr>
        <p:txBody>
          <a:bodyPr>
            <a:normAutofit/>
          </a:bodyPr>
          <a:lstStyle/>
          <a:p>
            <a:r>
              <a:rPr lang="en-US" sz="4100" dirty="0"/>
              <a:t>Principal Component Analysis (PCA)</a:t>
            </a:r>
            <a:endParaRPr lang="ru-KZ" sz="41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649C3D-9E6E-4E66-ADE8-CC370A0D0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8467"/>
            <a:ext cx="4595071" cy="3628495"/>
          </a:xfrm>
        </p:spPr>
        <p:txBody>
          <a:bodyPr>
            <a:normAutofit/>
          </a:bodyPr>
          <a:lstStyle/>
          <a:p>
            <a:r>
              <a:rPr lang="en-US" sz="2000" dirty="0"/>
              <a:t>Principal Component Analysis (PCA) is a statistical procedure that extracts the most important features of a dataset.</a:t>
            </a:r>
          </a:p>
          <a:p>
            <a:r>
              <a:rPr lang="en-US" sz="2000" dirty="0"/>
              <a:t>PCA allows us to find the direction along which our data varies the most.</a:t>
            </a:r>
          </a:p>
          <a:p>
            <a:r>
              <a:rPr lang="en-US" sz="2000" dirty="0"/>
              <a:t>We can use it to analyze multidimensional data (types of food in UK)</a:t>
            </a:r>
            <a:endParaRPr lang="ru-KZ" sz="200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003713C1-2FB2-413B-BF91-3AE41726F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0991" y="3474720"/>
            <a:ext cx="6100914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90795B4D-5022-4A7F-A01D-8D880B7CD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9584" y="0"/>
            <a:ext cx="6192415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FD19018-DE7C-4796-ADF2-AD2EB0FC0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3002281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124B69B-AAC2-4E9F-A583-7BB0C6913A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0" r="3" b="18353"/>
          <a:stretch/>
        </p:blipFill>
        <p:spPr bwMode="auto">
          <a:xfrm>
            <a:off x="6420908" y="340468"/>
            <a:ext cx="2364317" cy="263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Rectangle 140">
            <a:extLst>
              <a:ext uri="{FF2B5EF4-FFF2-40B4-BE49-F238E27FC236}">
                <a16:creationId xmlns:a16="http://schemas.microsoft.com/office/drawing/2014/main" id="{B1A0A2C2-4F85-44AF-8708-8DCA4B550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9624" y="0"/>
            <a:ext cx="3002281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E89B99-B46D-4A15-9149-9EA95BD364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461" t="34862" r="34529" b="29723"/>
          <a:stretch/>
        </p:blipFill>
        <p:spPr>
          <a:xfrm>
            <a:off x="9292239" y="262647"/>
            <a:ext cx="2797049" cy="252919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B30924-F7A2-4E5C-B27B-00CF6017DA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307" t="47048" r="18861" b="5915"/>
          <a:stretch/>
        </p:blipFill>
        <p:spPr>
          <a:xfrm>
            <a:off x="7454788" y="3796452"/>
            <a:ext cx="3378424" cy="255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39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7CA0DAA6-33B8-4A25-810D-2F4D816FB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97259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22A8B9-A574-4E6F-9C6A-D69664C90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07" y="640081"/>
            <a:ext cx="3377183" cy="2511681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Support Vector Machine (SVM)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007F8BC-6BB4-4BDA-A55D-8BE7C3E371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9019"/>
          <a:stretch/>
        </p:blipFill>
        <p:spPr bwMode="auto">
          <a:xfrm>
            <a:off x="5685227" y="495048"/>
            <a:ext cx="5962670" cy="5424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7AF81F5-F7FB-42D4-9DB6-3045391AC18D}"/>
              </a:ext>
            </a:extLst>
          </p:cNvPr>
          <p:cNvSpPr/>
          <p:nvPr/>
        </p:nvSpPr>
        <p:spPr>
          <a:xfrm>
            <a:off x="544103" y="3429000"/>
            <a:ext cx="280221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points of one class are represented with white circles and black ones are used for the other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Boundary between both regions is the optimal separating hyperplane</a:t>
            </a:r>
            <a:endParaRPr lang="ru-K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168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F3BAF1-D9A6-45DD-A0E0-36CBDCA2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667039" cy="1676603"/>
          </a:xfrm>
        </p:spPr>
        <p:txBody>
          <a:bodyPr>
            <a:normAutofit/>
          </a:bodyPr>
          <a:lstStyle/>
          <a:p>
            <a:r>
              <a:rPr lang="en-US" sz="3600"/>
              <a:t>Principal Component Analysis (PCA)</a:t>
            </a:r>
            <a:endParaRPr lang="ru-KZ" sz="3600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5156B416-100A-4006-9651-6DE6A8722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1"/>
            <a:ext cx="3667036" cy="3779520"/>
          </a:xfrm>
        </p:spPr>
        <p:txBody>
          <a:bodyPr>
            <a:normAutofit/>
          </a:bodyPr>
          <a:lstStyle/>
          <a:p>
            <a:r>
              <a:rPr lang="en-US" sz="2000" dirty="0"/>
              <a:t>Finds the orientation of the detected objects of interest and then visualizes the result by drawing the contours of the detected objects of interest, the center point, and the x-axis, y-axis regarding the extracted orientation</a:t>
            </a:r>
            <a:r>
              <a:rPr lang="en-US" dirty="0"/>
              <a:t>.</a:t>
            </a:r>
            <a:endParaRPr lang="ru-KZ" sz="18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B38F72-8FC4-4001-8C67-FA6B86DE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2"/>
            <a:ext cx="7555992" cy="68579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Объект 9">
            <a:extLst>
              <a:ext uri="{FF2B5EF4-FFF2-40B4-BE49-F238E27FC236}">
                <a16:creationId xmlns:a16="http://schemas.microsoft.com/office/drawing/2014/main" id="{03688152-4EB0-46B1-AAA2-F0476E9E04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19" t="11371" r="14750" b="27065"/>
          <a:stretch/>
        </p:blipFill>
        <p:spPr>
          <a:xfrm>
            <a:off x="4636006" y="1400783"/>
            <a:ext cx="7555991" cy="464009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5180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187</Words>
  <Application>Microsoft Office PowerPoint</Application>
  <PresentationFormat>Широкоэкранный</PresentationFormat>
  <Paragraphs>14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Assignment #05 - Introduction to Computer Vision</vt:lpstr>
      <vt:lpstr>Support Vector Machine (SVM)</vt:lpstr>
      <vt:lpstr>Principal Component Analysis (PCA)</vt:lpstr>
      <vt:lpstr>Support Vector Machine (SVM)</vt:lpstr>
      <vt:lpstr>Principal Component Analysis (PCA)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#05 - Introduction to Computer Vision</dc:title>
  <dc:creator>Alibek Z. Zhumash</dc:creator>
  <cp:lastModifiedBy>Alibek Z. Zhumash</cp:lastModifiedBy>
  <cp:revision>1</cp:revision>
  <dcterms:created xsi:type="dcterms:W3CDTF">2020-04-22T08:46:29Z</dcterms:created>
  <dcterms:modified xsi:type="dcterms:W3CDTF">2020-04-22T08:48:12Z</dcterms:modified>
</cp:coreProperties>
</file>